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37C75F3-B52F-4899-8580-A4D33B4C10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B8E6D01-BCB8-45E6-9D14-06A75FDF37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FC1CA-DFBC-408A-8445-9FFDD719A18A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AFE3FD3-DE83-4F1C-91CC-5AC01A37CB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F8727B-26EB-4F70-9083-194502E771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B91C2B-CD68-4789-9DF2-0846605A2F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5258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F0EA0-D50D-475F-B353-E43CF04CC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BE40840-2243-430B-BA0D-200FCAF94B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F54BDD-BAED-4245-852C-BF0DC730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D87BF-F432-45BA-88C5-8F7DDFFC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AA1645-03A4-4001-8BB6-94EEF47C3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415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894BD-6A91-47B9-A418-281777934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22F842-1D24-43AB-9648-CD6FC376B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D2A562-6120-456D-B140-697A41B6E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2739D-0E45-477E-B6FF-08FD2C7B8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0D2178-F22E-4198-B1FD-904D37518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6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ACD9A-9544-4D11-9F80-AF0E0B7E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85CDB5-10F8-4DFD-91D1-06843FE30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CCEE4-AEF6-4B62-B212-B3A17A3AC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C9D6FD-3373-4466-8D94-5B3518B16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151D85-C817-4B14-A8DB-8A254700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223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C2392-C509-4A04-99C5-78445A06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EEB026-B37C-47B3-A039-D641077C0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CDF2B5-E0B8-4EB8-9099-AC879CDCA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714671-E657-4D7E-B0D9-0723667E7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CD5A35-3FBB-4F12-B964-C78485A56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CF1815-7A23-4F61-B2C8-A88CEBC9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350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379D73-0676-4428-8378-033D72E6D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E188C9-70F3-4EEB-B8AE-68FE3E22C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3852A3A-9721-44FE-AEC1-5FCBC406F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680DD6-7BA9-460D-94F2-FD7D2869C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D1E891-0701-45D1-8D12-581D720AE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36CEB3C-FF6E-488A-90EC-437234D61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D6DCE78-BB5A-4DEB-9AD5-3F54C7FD1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8A4967-8D11-4621-920F-7497C16B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338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03FF97-5D63-4BF3-9468-ECB399EB3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9198233-7750-4D89-94F7-F1B0486AF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3161E8-1D0F-415D-8141-59530E2E3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BFA975-D1B0-4BF2-A861-EBA26585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471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53539EC-485F-4831-982F-3B80BBB31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4EB8F5-0904-48CC-B952-5D9C59CC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45C5B8-E061-4870-81D7-92D5824C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6960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10D1D0-E50F-4DC7-ABE6-A754B64A7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167A55-DAF1-4C4B-A53E-A65F685BBB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6B58C24-7E33-4E70-9F80-2A79F435D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F58254-138E-4674-805E-5E79E57A0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DB962E-95A4-4196-99F7-4F808A360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1AE1E7-84E2-47D5-998C-4EC384CC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743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2ED2A3-58E8-4E6B-9B04-4952D135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76E9A4-5784-46F6-8428-7C3101249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0C1E06-BA32-4BAC-85B6-54A6D2F0D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ADB449-6E6D-4594-B929-381F602B7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575D34-ED65-41D6-876C-6B9C21FA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127F81-E504-4E23-BAAE-922AC1DBC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9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310DFB-DD50-4E75-ABEA-F51B2599D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21E7FA-D41F-4B6F-AE16-29CA974D19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BE8EC6-46D2-4126-909F-3AB5029F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582E60-020E-4EC6-8B4D-C00B092A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29D516-DCDA-42D7-8782-320975921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543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872612-9D4A-48E6-AD5A-9B888B6DFB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3CF231-4F61-40B8-B3B1-E578FA6AF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AB943B-4B1D-45DE-AD74-4BBD38909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1582FD-2834-4376-89AF-15520022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BF5C27-84F7-44E7-A9F2-F6FC5E0DD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530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19FAB8E-B7B2-47C1-84F6-81042A7C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06791-A6EB-4288-A258-7BBBD3082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8713D1-B653-4CBE-95CE-30667BB398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B07E5-EE99-4CA3-B79D-63A9A9229093}" type="datetimeFigureOut">
              <a:rPr lang="zh-CN" altLang="en-US" smtClean="0"/>
              <a:t>2017/6/16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8235D1-1870-4C2B-AF90-0C8DB8807A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00A2A6-E72C-4D42-BAC2-B315DAF645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41170-E12B-4CD5-B6C5-14ADAC4753A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829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505" y="602352"/>
            <a:ext cx="8956969" cy="5418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43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0" y="692696"/>
            <a:ext cx="8794402" cy="309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6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769" y="548680"/>
            <a:ext cx="4582188" cy="41044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70" y="4653136"/>
            <a:ext cx="5275311" cy="176661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049" y="693486"/>
            <a:ext cx="3806899" cy="19074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0070" y="2675385"/>
            <a:ext cx="4837931" cy="190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88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836712"/>
            <a:ext cx="6917806" cy="20882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3140968"/>
            <a:ext cx="8287668" cy="266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61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975" y="309563"/>
            <a:ext cx="7258050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769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150" y="247650"/>
            <a:ext cx="8267700" cy="636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2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3" y="938213"/>
            <a:ext cx="890587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7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548680"/>
            <a:ext cx="7562850" cy="1524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9" y="2276873"/>
            <a:ext cx="6943725" cy="9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70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332656"/>
            <a:ext cx="8191078" cy="606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299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599" y="528992"/>
            <a:ext cx="7086600" cy="1895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912" y="2485273"/>
            <a:ext cx="7496175" cy="10191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598" y="3565254"/>
            <a:ext cx="79248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63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504" y="476672"/>
            <a:ext cx="5068584" cy="47149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505" y="935489"/>
            <a:ext cx="5068584" cy="138865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008" y="2324142"/>
            <a:ext cx="5788664" cy="4037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406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2" y="476673"/>
            <a:ext cx="8195840" cy="616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301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6" y="692696"/>
            <a:ext cx="7408922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4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9" y="548681"/>
            <a:ext cx="6171605" cy="26459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7" y="3429001"/>
            <a:ext cx="8358163" cy="270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99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9" y="2780929"/>
            <a:ext cx="8519541" cy="339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239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13" y="785813"/>
            <a:ext cx="8791575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593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476672"/>
            <a:ext cx="7414220" cy="599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177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601" y="188641"/>
            <a:ext cx="7123137" cy="650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12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537" y="548681"/>
            <a:ext cx="3038475" cy="5619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12" y="548681"/>
            <a:ext cx="4591283" cy="228087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4063" y="2967038"/>
            <a:ext cx="8143875" cy="9239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7487" y="3890963"/>
            <a:ext cx="6677025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328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548681"/>
            <a:ext cx="3905250" cy="6381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7568" y="1172008"/>
            <a:ext cx="6134100" cy="1571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9497" y="2743632"/>
            <a:ext cx="9081467" cy="226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764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476672"/>
            <a:ext cx="6071656" cy="590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10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3632" y="548680"/>
            <a:ext cx="5719670" cy="584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1154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620688"/>
            <a:ext cx="7560482" cy="573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927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-29000"/>
            <a:ext cx="7873900" cy="68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47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宽屏</PresentationFormat>
  <Paragraphs>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Alex Yau</dc:creator>
  <cp:lastModifiedBy>Alex Yau</cp:lastModifiedBy>
  <cp:revision>2</cp:revision>
  <dcterms:created xsi:type="dcterms:W3CDTF">2017-06-16T13:57:57Z</dcterms:created>
  <dcterms:modified xsi:type="dcterms:W3CDTF">2017-06-16T14:01:46Z</dcterms:modified>
</cp:coreProperties>
</file>